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70" r:id="rId12"/>
    <p:sldId id="271" r:id="rId13"/>
    <p:sldId id="272" r:id="rId14"/>
    <p:sldId id="262" r:id="rId15"/>
    <p:sldId id="263" r:id="rId16"/>
    <p:sldId id="269" r:id="rId17"/>
    <p:sldId id="268" r:id="rId18"/>
    <p:sldId id="26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2AFC4-8EF6-41BA-3DE6-7A880730C101}" v="539" dt="2026-05-28T10:59:18.015"/>
    <p1510:client id="{AB223DEE-D837-A3E6-C88D-E5D075F7C902}" v="239" dt="2026-05-28T22:12:38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13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9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NSO ALONSO, IAN" userId="S::ianaloalo@alu.edu.gva.es::dc052f92-d0fa-47ec-b869-07747541fc27" providerId="AD" clId="Web-{AB223DEE-D837-A3E6-C88D-E5D075F7C902}"/>
    <pc:docChg chg="addSld modSld sldOrd">
      <pc:chgData name="ALONSO ALONSO, IAN" userId="S::ianaloalo@alu.edu.gva.es::dc052f92-d0fa-47ec-b869-07747541fc27" providerId="AD" clId="Web-{AB223DEE-D837-A3E6-C88D-E5D075F7C902}" dt="2026-05-28T22:12:38.055" v="210"/>
      <pc:docMkLst>
        <pc:docMk/>
      </pc:docMkLst>
      <pc:sldChg chg="ord">
        <pc:chgData name="ALONSO ALONSO, IAN" userId="S::ianaloalo@alu.edu.gva.es::dc052f92-d0fa-47ec-b869-07747541fc27" providerId="AD" clId="Web-{AB223DEE-D837-A3E6-C88D-E5D075F7C902}" dt="2026-05-28T21:34:57.171" v="4"/>
        <pc:sldMkLst>
          <pc:docMk/>
          <pc:sldMk cId="3033915513" sldId="265"/>
        </pc:sldMkLst>
      </pc:sldChg>
      <pc:sldChg chg="delSp modSp">
        <pc:chgData name="ALONSO ALONSO, IAN" userId="S::ianaloalo@alu.edu.gva.es::dc052f92-d0fa-47ec-b869-07747541fc27" providerId="AD" clId="Web-{AB223DEE-D837-A3E6-C88D-E5D075F7C902}" dt="2026-05-28T22:12:38.055" v="210"/>
        <pc:sldMkLst>
          <pc:docMk/>
          <pc:sldMk cId="2943866186" sldId="269"/>
        </pc:sldMkLst>
        <pc:spChg chg="mod">
          <ac:chgData name="ALONSO ALONSO, IAN" userId="S::ianaloalo@alu.edu.gva.es::dc052f92-d0fa-47ec-b869-07747541fc27" providerId="AD" clId="Web-{AB223DEE-D837-A3E6-C88D-E5D075F7C902}" dt="2026-05-28T22:03:13.410" v="119" actId="20577"/>
          <ac:spMkLst>
            <pc:docMk/>
            <pc:sldMk cId="2943866186" sldId="269"/>
            <ac:spMk id="9" creationId="{9CFBB588-8433-EBA2-3D95-B8961F87C997}"/>
          </ac:spMkLst>
        </pc:spChg>
        <pc:spChg chg="mod">
          <ac:chgData name="ALONSO ALONSO, IAN" userId="S::ianaloalo@alu.edu.gva.es::dc052f92-d0fa-47ec-b869-07747541fc27" providerId="AD" clId="Web-{AB223DEE-D837-A3E6-C88D-E5D075F7C902}" dt="2026-05-28T22:04:01.801" v="134" actId="20577"/>
          <ac:spMkLst>
            <pc:docMk/>
            <pc:sldMk cId="2943866186" sldId="269"/>
            <ac:spMk id="11" creationId="{4973EF63-06B6-89A8-6A37-47A48E62465D}"/>
          </ac:spMkLst>
        </pc:spChg>
        <pc:spChg chg="mod">
          <ac:chgData name="ALONSO ALONSO, IAN" userId="S::ianaloalo@alu.edu.gva.es::dc052f92-d0fa-47ec-b869-07747541fc27" providerId="AD" clId="Web-{AB223DEE-D837-A3E6-C88D-E5D075F7C902}" dt="2026-05-28T22:06:00.023" v="147" actId="20577"/>
          <ac:spMkLst>
            <pc:docMk/>
            <pc:sldMk cId="2943866186" sldId="269"/>
            <ac:spMk id="13" creationId="{2E03DCC9-4CFD-8A5C-4B88-9E60EC177AC7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2:12:34.024" v="208"/>
          <ac:spMkLst>
            <pc:docMk/>
            <pc:sldMk cId="2943866186" sldId="269"/>
            <ac:spMk id="14" creationId="{834B4485-810C-EB8E-260C-4FF8534D26E6}"/>
          </ac:spMkLst>
        </pc:spChg>
        <pc:spChg chg="del mod">
          <ac:chgData name="ALONSO ALONSO, IAN" userId="S::ianaloalo@alu.edu.gva.es::dc052f92-d0fa-47ec-b869-07747541fc27" providerId="AD" clId="Web-{AB223DEE-D837-A3E6-C88D-E5D075F7C902}" dt="2026-05-28T22:12:33.055" v="207"/>
          <ac:spMkLst>
            <pc:docMk/>
            <pc:sldMk cId="2943866186" sldId="269"/>
            <ac:spMk id="15" creationId="{F4D1EFC6-7C27-AF7F-6747-CFDCE06E8349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2:12:35.071" v="209"/>
          <ac:spMkLst>
            <pc:docMk/>
            <pc:sldMk cId="2943866186" sldId="269"/>
            <ac:spMk id="16" creationId="{081CA81B-20F7-2414-B7F1-CF29D423E395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2:12:38.055" v="210"/>
          <ac:spMkLst>
            <pc:docMk/>
            <pc:sldMk cId="2943866186" sldId="269"/>
            <ac:spMk id="17" creationId="{B6877156-BB45-F273-D6D4-A0EBA6858E7E}"/>
          </ac:spMkLst>
        </pc:spChg>
        <pc:spChg chg="mod">
          <ac:chgData name="ALONSO ALONSO, IAN" userId="S::ianaloalo@alu.edu.gva.es::dc052f92-d0fa-47ec-b869-07747541fc27" providerId="AD" clId="Web-{AB223DEE-D837-A3E6-C88D-E5D075F7C902}" dt="2026-05-28T22:03:53.254" v="122" actId="20577"/>
          <ac:spMkLst>
            <pc:docMk/>
            <pc:sldMk cId="2943866186" sldId="269"/>
            <ac:spMk id="23" creationId="{DAE01CF0-4501-7743-EB19-3BCA433EBA84}"/>
          </ac:spMkLst>
        </pc:spChg>
        <pc:spChg chg="mod">
          <ac:chgData name="ALONSO ALONSO, IAN" userId="S::ianaloalo@alu.edu.gva.es::dc052f92-d0fa-47ec-b869-07747541fc27" providerId="AD" clId="Web-{AB223DEE-D837-A3E6-C88D-E5D075F7C902}" dt="2026-05-28T22:04:08.880" v="140" actId="20577"/>
          <ac:spMkLst>
            <pc:docMk/>
            <pc:sldMk cId="2943866186" sldId="269"/>
            <ac:spMk id="25" creationId="{EF03A6E5-1FCD-B31E-BB0F-EF882A901FEB}"/>
          </ac:spMkLst>
        </pc:spChg>
        <pc:spChg chg="mod">
          <ac:chgData name="ALONSO ALONSO, IAN" userId="S::ianaloalo@alu.edu.gva.es::dc052f92-d0fa-47ec-b869-07747541fc27" providerId="AD" clId="Web-{AB223DEE-D837-A3E6-C88D-E5D075F7C902}" dt="2026-05-28T22:12:09.117" v="199" actId="20577"/>
          <ac:spMkLst>
            <pc:docMk/>
            <pc:sldMk cId="2943866186" sldId="269"/>
            <ac:spMk id="27" creationId="{B798B70E-B9B4-7C77-D39A-FA8B89457E68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2:12:18.742" v="202"/>
          <ac:spMkLst>
            <pc:docMk/>
            <pc:sldMk cId="2943866186" sldId="269"/>
            <ac:spMk id="28" creationId="{583AE741-D4C6-02A2-28AC-ADF895179BB6}"/>
          </ac:spMkLst>
        </pc:spChg>
        <pc:spChg chg="del mod">
          <ac:chgData name="ALONSO ALONSO, IAN" userId="S::ianaloalo@alu.edu.gva.es::dc052f92-d0fa-47ec-b869-07747541fc27" providerId="AD" clId="Web-{AB223DEE-D837-A3E6-C88D-E5D075F7C902}" dt="2026-05-28T22:12:24.336" v="204"/>
          <ac:spMkLst>
            <pc:docMk/>
            <pc:sldMk cId="2943866186" sldId="269"/>
            <ac:spMk id="29" creationId="{F9A29A2E-02BA-8D29-283F-CA0BF5D46BCE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2:12:19.727" v="203"/>
          <ac:spMkLst>
            <pc:docMk/>
            <pc:sldMk cId="2943866186" sldId="269"/>
            <ac:spMk id="30" creationId="{DF55BBCB-8BDC-C945-93F4-37E0C12CD4A3}"/>
          </ac:spMkLst>
        </pc:spChg>
        <pc:spChg chg="del mod">
          <ac:chgData name="ALONSO ALONSO, IAN" userId="S::ianaloalo@alu.edu.gva.es::dc052f92-d0fa-47ec-b869-07747541fc27" providerId="AD" clId="Web-{AB223DEE-D837-A3E6-C88D-E5D075F7C902}" dt="2026-05-28T22:12:27.196" v="205"/>
          <ac:spMkLst>
            <pc:docMk/>
            <pc:sldMk cId="2943866186" sldId="269"/>
            <ac:spMk id="31" creationId="{9489111F-F96A-E969-F97F-486579BAC18B}"/>
          </ac:spMkLst>
        </pc:spChg>
      </pc:sldChg>
      <pc:sldChg chg="addSp delSp modSp add ord replId">
        <pc:chgData name="ALONSO ALONSO, IAN" userId="S::ianaloalo@alu.edu.gva.es::dc052f92-d0fa-47ec-b869-07747541fc27" providerId="AD" clId="Web-{AB223DEE-D837-A3E6-C88D-E5D075F7C902}" dt="2026-05-28T21:37:33.473" v="49" actId="1076"/>
        <pc:sldMkLst>
          <pc:docMk/>
          <pc:sldMk cId="3859699637" sldId="270"/>
        </pc:sldMkLst>
        <pc:spChg chg="mod">
          <ac:chgData name="ALONSO ALONSO, IAN" userId="S::ianaloalo@alu.edu.gva.es::dc052f92-d0fa-47ec-b869-07747541fc27" providerId="AD" clId="Web-{AB223DEE-D837-A3E6-C88D-E5D075F7C902}" dt="2026-05-28T21:35:11.142" v="23" actId="20577"/>
          <ac:spMkLst>
            <pc:docMk/>
            <pc:sldMk cId="3859699637" sldId="270"/>
            <ac:spMk id="2" creationId="{957F97FC-9478-FDBB-CDC3-BF76E3A2D524}"/>
          </ac:spMkLst>
        </pc:spChg>
        <pc:spChg chg="add mod">
          <ac:chgData name="ALONSO ALONSO, IAN" userId="S::ianaloalo@alu.edu.gva.es::dc052f92-d0fa-47ec-b869-07747541fc27" providerId="AD" clId="Web-{AB223DEE-D837-A3E6-C88D-E5D075F7C902}" dt="2026-05-28T21:36:13.470" v="37" actId="14100"/>
          <ac:spMkLst>
            <pc:docMk/>
            <pc:sldMk cId="3859699637" sldId="270"/>
            <ac:spMk id="5" creationId="{E36546C3-75F8-3819-FD49-3EA0023CCE3C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14"/>
          <ac:spMkLst>
            <pc:docMk/>
            <pc:sldMk cId="3859699637" sldId="270"/>
            <ac:spMk id="6" creationId="{9B8BED0B-02E4-984B-C9F6-A6AC3E4500B0}"/>
          </ac:spMkLst>
        </pc:spChg>
        <pc:spChg chg="add mod">
          <ac:chgData name="ALONSO ALONSO, IAN" userId="S::ianaloalo@alu.edu.gva.es::dc052f92-d0fa-47ec-b869-07747541fc27" providerId="AD" clId="Web-{AB223DEE-D837-A3E6-C88D-E5D075F7C902}" dt="2026-05-28T21:36:03.720" v="35" actId="14100"/>
          <ac:spMkLst>
            <pc:docMk/>
            <pc:sldMk cId="3859699637" sldId="270"/>
            <ac:spMk id="7" creationId="{9627395C-AE7F-F02A-8820-2D2C8E779874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13"/>
          <ac:spMkLst>
            <pc:docMk/>
            <pc:sldMk cId="3859699637" sldId="270"/>
            <ac:spMk id="8" creationId="{4B460542-7661-EE1A-09D1-C40C457D8D4F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12"/>
          <ac:spMkLst>
            <pc:docMk/>
            <pc:sldMk cId="3859699637" sldId="270"/>
            <ac:spMk id="10" creationId="{14263616-DFB1-7FD5-D16E-EDA28EF6087C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11"/>
          <ac:spMkLst>
            <pc:docMk/>
            <pc:sldMk cId="3859699637" sldId="270"/>
            <ac:spMk id="12" creationId="{267F50DB-8820-92A4-4591-349F4D61F99C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10"/>
          <ac:spMkLst>
            <pc:docMk/>
            <pc:sldMk cId="3859699637" sldId="270"/>
            <ac:spMk id="14" creationId="{0FB4560D-3255-EB5F-F621-C3EAEE2F9BBD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9"/>
          <ac:spMkLst>
            <pc:docMk/>
            <pc:sldMk cId="3859699637" sldId="270"/>
            <ac:spMk id="19" creationId="{5E5490C0-D166-519B-DFA8-1C0F4485BC29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8"/>
          <ac:spMkLst>
            <pc:docMk/>
            <pc:sldMk cId="3859699637" sldId="270"/>
            <ac:spMk id="23" creationId="{7E5E0635-2106-0DA0-F306-B6428139274E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7"/>
          <ac:spMkLst>
            <pc:docMk/>
            <pc:sldMk cId="3859699637" sldId="270"/>
            <ac:spMk id="33" creationId="{0A98D66B-6883-1DE6-D1C0-B974878C644C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6"/>
          <ac:spMkLst>
            <pc:docMk/>
            <pc:sldMk cId="3859699637" sldId="270"/>
            <ac:spMk id="37" creationId="{32777FC6-575C-E077-2D59-C30C2CB220AF}"/>
          </ac:spMkLst>
        </pc:spChg>
        <pc:spChg chg="del">
          <ac:chgData name="ALONSO ALONSO, IAN" userId="S::ianaloalo@alu.edu.gva.es::dc052f92-d0fa-47ec-b869-07747541fc27" providerId="AD" clId="Web-{AB223DEE-D837-A3E6-C88D-E5D075F7C902}" dt="2026-05-28T21:35:03.280" v="5"/>
          <ac:spMkLst>
            <pc:docMk/>
            <pc:sldMk cId="3859699637" sldId="270"/>
            <ac:spMk id="39" creationId="{BC06BF1A-4F92-A644-A2BD-7BD827AEA3FB}"/>
          </ac:spMkLst>
        </pc:spChg>
        <pc:picChg chg="add mod">
          <ac:chgData name="ALONSO ALONSO, IAN" userId="S::ianaloalo@alu.edu.gva.es::dc052f92-d0fa-47ec-b869-07747541fc27" providerId="AD" clId="Web-{AB223DEE-D837-A3E6-C88D-E5D075F7C902}" dt="2026-05-28T21:37:29.254" v="48" actId="1076"/>
          <ac:picMkLst>
            <pc:docMk/>
            <pc:sldMk cId="3859699637" sldId="270"/>
            <ac:picMk id="9" creationId="{136F0CA0-CE83-D6A1-21E0-6479F8FC4C89}"/>
          </ac:picMkLst>
        </pc:picChg>
        <pc:picChg chg="add mod">
          <ac:chgData name="ALONSO ALONSO, IAN" userId="S::ianaloalo@alu.edu.gva.es::dc052f92-d0fa-47ec-b869-07747541fc27" providerId="AD" clId="Web-{AB223DEE-D837-A3E6-C88D-E5D075F7C902}" dt="2026-05-28T21:37:33.473" v="49" actId="1076"/>
          <ac:picMkLst>
            <pc:docMk/>
            <pc:sldMk cId="3859699637" sldId="270"/>
            <ac:picMk id="11" creationId="{54E7CF33-72C1-4C8D-D476-B07EE3E82416}"/>
          </ac:picMkLst>
        </pc:picChg>
      </pc:sldChg>
      <pc:sldChg chg="addSp delSp modSp add replId">
        <pc:chgData name="ALONSO ALONSO, IAN" userId="S::ianaloalo@alu.edu.gva.es::dc052f92-d0fa-47ec-b869-07747541fc27" providerId="AD" clId="Web-{AB223DEE-D837-A3E6-C88D-E5D075F7C902}" dt="2026-05-28T21:39:01.086" v="82" actId="1076"/>
        <pc:sldMkLst>
          <pc:docMk/>
          <pc:sldMk cId="629094740" sldId="271"/>
        </pc:sldMkLst>
        <pc:spChg chg="mod">
          <ac:chgData name="ALONSO ALONSO, IAN" userId="S::ianaloalo@alu.edu.gva.es::dc052f92-d0fa-47ec-b869-07747541fc27" providerId="AD" clId="Web-{AB223DEE-D837-A3E6-C88D-E5D075F7C902}" dt="2026-05-28T21:38:31.538" v="77" actId="14100"/>
          <ac:spMkLst>
            <pc:docMk/>
            <pc:sldMk cId="629094740" sldId="271"/>
            <ac:spMk id="5" creationId="{10E4697C-90D5-422C-2675-2BA3BBC6A037}"/>
          </ac:spMkLst>
        </pc:spChg>
        <pc:spChg chg="mod">
          <ac:chgData name="ALONSO ALONSO, IAN" userId="S::ianaloalo@alu.edu.gva.es::dc052f92-d0fa-47ec-b869-07747541fc27" providerId="AD" clId="Web-{AB223DEE-D837-A3E6-C88D-E5D075F7C902}" dt="2026-05-28T21:38:22.678" v="76" actId="14100"/>
          <ac:spMkLst>
            <pc:docMk/>
            <pc:sldMk cId="629094740" sldId="271"/>
            <ac:spMk id="7" creationId="{E4428822-70F2-AB1E-3D7D-BE3A14199A87}"/>
          </ac:spMkLst>
        </pc:spChg>
        <pc:picChg chg="add mod">
          <ac:chgData name="ALONSO ALONSO, IAN" userId="S::ianaloalo@alu.edu.gva.es::dc052f92-d0fa-47ec-b869-07747541fc27" providerId="AD" clId="Web-{AB223DEE-D837-A3E6-C88D-E5D075F7C902}" dt="2026-05-28T21:38:51.117" v="79" actId="1076"/>
          <ac:picMkLst>
            <pc:docMk/>
            <pc:sldMk cId="629094740" sldId="271"/>
            <ac:picMk id="3" creationId="{D5787BB7-B44F-920F-0F56-8A8AE92677FE}"/>
          </ac:picMkLst>
        </pc:picChg>
        <pc:picChg chg="add mod">
          <ac:chgData name="ALONSO ALONSO, IAN" userId="S::ianaloalo@alu.edu.gva.es::dc052f92-d0fa-47ec-b869-07747541fc27" providerId="AD" clId="Web-{AB223DEE-D837-A3E6-C88D-E5D075F7C902}" dt="2026-05-28T21:39:01.086" v="82" actId="1076"/>
          <ac:picMkLst>
            <pc:docMk/>
            <pc:sldMk cId="629094740" sldId="271"/>
            <ac:picMk id="6" creationId="{A45EEF2D-B4BF-EE9A-ECE3-0CA97A8D0217}"/>
          </ac:picMkLst>
        </pc:picChg>
        <pc:picChg chg="del">
          <ac:chgData name="ALONSO ALONSO, IAN" userId="S::ianaloalo@alu.edu.gva.es::dc052f92-d0fa-47ec-b869-07747541fc27" providerId="AD" clId="Web-{AB223DEE-D837-A3E6-C88D-E5D075F7C902}" dt="2026-05-28T21:38:05.724" v="67"/>
          <ac:picMkLst>
            <pc:docMk/>
            <pc:sldMk cId="629094740" sldId="271"/>
            <ac:picMk id="9" creationId="{EFCE40DB-657C-C18F-0AB6-72C146A74DA3}"/>
          </ac:picMkLst>
        </pc:picChg>
        <pc:picChg chg="del">
          <ac:chgData name="ALONSO ALONSO, IAN" userId="S::ianaloalo@alu.edu.gva.es::dc052f92-d0fa-47ec-b869-07747541fc27" providerId="AD" clId="Web-{AB223DEE-D837-A3E6-C88D-E5D075F7C902}" dt="2026-05-28T21:38:06.568" v="68"/>
          <ac:picMkLst>
            <pc:docMk/>
            <pc:sldMk cId="629094740" sldId="271"/>
            <ac:picMk id="11" creationId="{49EE744D-EBA1-685C-FDAC-0A27463051D7}"/>
          </ac:picMkLst>
        </pc:picChg>
      </pc:sldChg>
      <pc:sldChg chg="addSp delSp modSp add replId">
        <pc:chgData name="ALONSO ALONSO, IAN" userId="S::ianaloalo@alu.edu.gva.es::dc052f92-d0fa-47ec-b869-07747541fc27" providerId="AD" clId="Web-{AB223DEE-D837-A3E6-C88D-E5D075F7C902}" dt="2026-05-28T21:39:37.759" v="90" actId="1076"/>
        <pc:sldMkLst>
          <pc:docMk/>
          <pc:sldMk cId="4217821488" sldId="272"/>
        </pc:sldMkLst>
        <pc:spChg chg="mod">
          <ac:chgData name="ALONSO ALONSO, IAN" userId="S::ianaloalo@alu.edu.gva.es::dc052f92-d0fa-47ec-b869-07747541fc27" providerId="AD" clId="Web-{AB223DEE-D837-A3E6-C88D-E5D075F7C902}" dt="2026-05-28T21:38:02.193" v="66" actId="14100"/>
          <ac:spMkLst>
            <pc:docMk/>
            <pc:sldMk cId="4217821488" sldId="272"/>
            <ac:spMk id="7" creationId="{E8894577-CC47-B4D8-1CAD-3F6E1A1DBB9C}"/>
          </ac:spMkLst>
        </pc:spChg>
        <pc:picChg chg="add mod">
          <ac:chgData name="ALONSO ALONSO, IAN" userId="S::ianaloalo@alu.edu.gva.es::dc052f92-d0fa-47ec-b869-07747541fc27" providerId="AD" clId="Web-{AB223DEE-D837-A3E6-C88D-E5D075F7C902}" dt="2026-05-28T21:39:20.336" v="86" actId="1076"/>
          <ac:picMkLst>
            <pc:docMk/>
            <pc:sldMk cId="4217821488" sldId="272"/>
            <ac:picMk id="3" creationId="{64257D71-F792-7102-0BEC-208CBB36AFD7}"/>
          </ac:picMkLst>
        </pc:picChg>
        <pc:picChg chg="add mod">
          <ac:chgData name="ALONSO ALONSO, IAN" userId="S::ianaloalo@alu.edu.gva.es::dc052f92-d0fa-47ec-b869-07747541fc27" providerId="AD" clId="Web-{AB223DEE-D837-A3E6-C88D-E5D075F7C902}" dt="2026-05-28T21:39:37.759" v="90" actId="1076"/>
          <ac:picMkLst>
            <pc:docMk/>
            <pc:sldMk cId="4217821488" sldId="272"/>
            <ac:picMk id="6" creationId="{4E79DC26-71EB-376B-EC71-7CA9DDAFF2D2}"/>
          </ac:picMkLst>
        </pc:picChg>
        <pc:picChg chg="del">
          <ac:chgData name="ALONSO ALONSO, IAN" userId="S::ianaloalo@alu.edu.gva.es::dc052f92-d0fa-47ec-b869-07747541fc27" providerId="AD" clId="Web-{AB223DEE-D837-A3E6-C88D-E5D075F7C902}" dt="2026-05-28T21:37:49.614" v="52"/>
          <ac:picMkLst>
            <pc:docMk/>
            <pc:sldMk cId="4217821488" sldId="272"/>
            <ac:picMk id="9" creationId="{371A4AF8-8BEE-718C-9CE9-854F4FBC186A}"/>
          </ac:picMkLst>
        </pc:picChg>
        <pc:picChg chg="del">
          <ac:chgData name="ALONSO ALONSO, IAN" userId="S::ianaloalo@alu.edu.gva.es::dc052f92-d0fa-47ec-b869-07747541fc27" providerId="AD" clId="Web-{AB223DEE-D837-A3E6-C88D-E5D075F7C902}" dt="2026-05-28T21:37:50.833" v="53"/>
          <ac:picMkLst>
            <pc:docMk/>
            <pc:sldMk cId="4217821488" sldId="272"/>
            <ac:picMk id="11" creationId="{0ADC78A4-D4C3-E980-A980-8F188F04B78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208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1F84-DFE8-7B85-734E-A421143F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7EEB7-910A-9A63-1A69-8E7CE857F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5FE62-BDD8-55B9-9A74-EF41665DB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37536-2889-E967-E36E-C8DDED212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17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A5C1-03A2-56BF-93B0-D9EE0A59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6749A-73FF-74A9-DC3C-0401EEA44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CE48B-759F-F963-3A38-C0286F4D0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2871E-8763-CE26-4C24-3D3200E822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0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08D7C-B3CA-97F6-5D2C-EF7C63D6A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B136E-2C5D-48C4-4DAB-0A05DA43B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0155D-BE93-5A34-6559-434DD0C42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12560-6AE7-09A1-152B-C3446A3D4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95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A750-8F9B-A703-3EE9-1A1D4A64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F81B1-C1B9-F02A-6364-08873E4EB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32406-2CD6-1BDB-32A4-CD2BC2783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C7BED-E9A9-2462-A40D-03D41329F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10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2E25F-BDB1-85E0-FBEE-613AC40E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62194-246F-19FE-47BF-6284A8FFE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FDC1F-A588-BAB0-2F1C-833606AFF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5A5D7-5BC5-3D73-EEDE-7F3A0A578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05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73DF-D8DE-CAC2-AE3C-C1979EB6B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DDD08-EF61-DDB2-B3D0-516A0ADA9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23FDF-760D-B287-BAEC-A57B9A3BC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19A7E-F7DF-87E4-669C-041EB652E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60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8288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GYMSTATS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182880" y="21717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integral de gimnasios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" y="2720341"/>
            <a:ext cx="5029200" cy="2743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8288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  ·  1º DAM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2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47A6973-EEEE-D6FF-AA6E-07EF2285C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138" y="1678342"/>
            <a:ext cx="1261036" cy="12610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017" y="25929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¿Quiénes somos?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77440" cy="29260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3774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371600" y="178308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</a:rPr>
              <a:t>Ian Alonso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- Marketing y </a:t>
            </a:r>
            <a:r>
              <a:rPr lang="en-US" sz="1200" dirty="0" err="1">
                <a:solidFill>
                  <a:schemeClr val="bg1"/>
                </a:solidFill>
              </a:rPr>
              <a:t>Captación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Clientes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- Director de </a:t>
            </a:r>
            <a:r>
              <a:rPr lang="en-US" sz="1200" dirty="0" err="1">
                <a:solidFill>
                  <a:schemeClr val="bg1"/>
                </a:solidFill>
              </a:rPr>
              <a:t>negocios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377440" cy="29260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3774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069080" y="178308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0690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Carlos Manzano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>
                <a:solidFill>
                  <a:schemeClr val="bg1"/>
                </a:solidFill>
              </a:rPr>
              <a:t>- Desarrollador de Aplicaciones Multiplataforma</a:t>
            </a:r>
          </a:p>
          <a:p>
            <a:r>
              <a:rPr lang="es-ES" sz="1100" dirty="0">
                <a:solidFill>
                  <a:schemeClr val="bg1"/>
                </a:solidFill>
              </a:rPr>
              <a:t>- Programador// Director Tecnológico</a:t>
            </a:r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377440" cy="29260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3774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914400" cy="9144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Yon López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24452" y="3520440"/>
            <a:ext cx="2050868" cy="79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>
                <a:solidFill>
                  <a:schemeClr val="bg1"/>
                </a:solidFill>
              </a:rPr>
              <a:t>- Desarrollador de Aplicaciones Web</a:t>
            </a:r>
          </a:p>
          <a:p>
            <a:r>
              <a:rPr lang="es-ES" sz="1100">
                <a:solidFill>
                  <a:schemeClr val="bg1"/>
                </a:solidFill>
              </a:rPr>
              <a:t>- Director de diseño</a:t>
            </a:r>
            <a:endParaRPr lang="es-E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Proyecto </a:t>
            </a:r>
            <a:r>
              <a:rPr lang="en-US" sz="1100" dirty="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desarrollado</a:t>
            </a: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equipo</a:t>
            </a: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para el </a:t>
            </a:r>
            <a:r>
              <a:rPr lang="en-US" sz="1100" dirty="0" err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módulo</a:t>
            </a:r>
            <a:r>
              <a:rPr lang="en-US" sz="11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de Proyecto Intermodular · 1º DAM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13EC81FF-4588-D9C9-2632-93090C338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819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GymStats?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389120" cy="32918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" cy="3291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642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GymStats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aplicación de escritorio desarrollada en Java para la gestión integral de un gimnasio.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los administradores gestionar socios y empleados, y a los clientes consultar su perfil, calcular su IMC y ver el estado de su membresía.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2080" y="14630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5212080" y="14630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15544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545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socios y empleados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212080" y="21488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5212080" y="21488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2402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06440" y="22311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IMC integrada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212080" y="28346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5212080" y="28346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29260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06440" y="2916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admin y cliente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212080" y="35204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6"/>
          <p:cNvSpPr/>
          <p:nvPr/>
        </p:nvSpPr>
        <p:spPr>
          <a:xfrm>
            <a:off x="5212080" y="35204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672" y="361188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06440" y="3602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PostgreSQL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212080" y="4206240"/>
            <a:ext cx="3474720" cy="530352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19"/>
          <p:cNvSpPr/>
          <p:nvPr/>
        </p:nvSpPr>
        <p:spPr>
          <a:xfrm>
            <a:off x="5212080" y="4206240"/>
            <a:ext cx="54864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429768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806440" y="42885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membresías</a:t>
            </a:r>
            <a:endParaRPr lang="en-US" sz="13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753001D-D055-49E9-E190-C1567801B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432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del proyecto</a:t>
            </a:r>
            <a:endParaRPr lang="en-US" sz="3800" dirty="0"/>
          </a:p>
        </p:txBody>
      </p:sp>
      <p:sp>
        <p:nvSpPr>
          <p:cNvPr id="16" name="Shape 12"/>
          <p:cNvSpPr/>
          <p:nvPr/>
        </p:nvSpPr>
        <p:spPr>
          <a:xfrm>
            <a:off x="594360" y="1463040"/>
            <a:ext cx="2468880" cy="32004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594360" y="1463040"/>
            <a:ext cx="2468880" cy="64008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1444752" y="1691640"/>
            <a:ext cx="768096" cy="768096"/>
          </a:xfrm>
          <a:prstGeom prst="ellipse">
            <a:avLst/>
          </a:prstGeom>
          <a:solidFill>
            <a:srgbClr val="0099BB">
              <a:alpha val="85000"/>
            </a:srgbClr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828800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31520" y="3154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· DML · Consultas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· Triggers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074670" y="2880360"/>
            <a:ext cx="320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5897880" y="2880360"/>
            <a:ext cx="320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"/>
          <p:cNvSpPr/>
          <p:nvPr/>
        </p:nvSpPr>
        <p:spPr>
          <a:xfrm>
            <a:off x="3406140" y="1463040"/>
            <a:ext cx="2468880" cy="32004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3"/>
          <p:cNvSpPr/>
          <p:nvPr/>
        </p:nvSpPr>
        <p:spPr>
          <a:xfrm>
            <a:off x="3406140" y="1463040"/>
            <a:ext cx="2468880" cy="64008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4"/>
          <p:cNvSpPr/>
          <p:nvPr/>
        </p:nvSpPr>
        <p:spPr>
          <a:xfrm>
            <a:off x="4256532" y="1691640"/>
            <a:ext cx="768096" cy="768096"/>
          </a:xfrm>
          <a:prstGeom prst="ellipse">
            <a:avLst/>
          </a:prstGeom>
          <a:solidFill>
            <a:srgbClr val="0099BB">
              <a:alpha val="85000"/>
            </a:srgbClr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2" y="1828800"/>
            <a:ext cx="493776" cy="493776"/>
          </a:xfrm>
          <a:prstGeom prst="rect">
            <a:avLst/>
          </a:prstGeom>
        </p:spPr>
      </p:pic>
      <p:sp>
        <p:nvSpPr>
          <p:cNvPr id="28" name="Text 5"/>
          <p:cNvSpPr/>
          <p:nvPr/>
        </p:nvSpPr>
        <p:spPr>
          <a:xfrm>
            <a:off x="34975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700" dirty="0"/>
          </a:p>
        </p:txBody>
      </p:sp>
      <p:sp>
        <p:nvSpPr>
          <p:cNvPr id="29" name="Text 6"/>
          <p:cNvSpPr/>
          <p:nvPr/>
        </p:nvSpPr>
        <p:spPr>
          <a:xfrm>
            <a:off x="3543300" y="3154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Java Swing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PanelLogin · PanelAdmin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PanelUsuario</a:t>
            </a:r>
            <a:endParaRPr lang="en-US" sz="1300" dirty="0"/>
          </a:p>
        </p:txBody>
      </p:sp>
      <p:sp>
        <p:nvSpPr>
          <p:cNvPr id="30" name="Shape 7"/>
          <p:cNvSpPr/>
          <p:nvPr/>
        </p:nvSpPr>
        <p:spPr>
          <a:xfrm>
            <a:off x="6217920" y="1463040"/>
            <a:ext cx="2468880" cy="32004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8"/>
          <p:cNvSpPr/>
          <p:nvPr/>
        </p:nvSpPr>
        <p:spPr>
          <a:xfrm>
            <a:off x="6217920" y="1463040"/>
            <a:ext cx="24688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9"/>
          <p:cNvSpPr/>
          <p:nvPr/>
        </p:nvSpPr>
        <p:spPr>
          <a:xfrm>
            <a:off x="7068312" y="1691640"/>
            <a:ext cx="768096" cy="768096"/>
          </a:xfrm>
          <a:prstGeom prst="ellipse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828800"/>
            <a:ext cx="493776" cy="493776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63093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LÓGICA</a:t>
            </a:r>
            <a:endParaRPr lang="en-US" sz="1700" dirty="0"/>
          </a:p>
        </p:txBody>
      </p:sp>
      <p:sp>
        <p:nvSpPr>
          <p:cNvPr id="35" name="Text 11"/>
          <p:cNvSpPr/>
          <p:nvPr/>
        </p:nvSpPr>
        <p:spPr>
          <a:xfrm>
            <a:off x="6355080" y="3154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JDBC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ResultSet / modelos</a:t>
            </a:r>
            <a:endParaRPr lang="en-US" sz="13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0F8074-9FF5-63BB-E1B8-EC301DDAE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597" y="244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Aplicaciones utilizadas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207294" y="1719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GitBash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19063" y="2185416"/>
            <a:ext cx="12935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</a:t>
            </a:r>
            <a:r>
              <a:rPr lang="en-US" sz="1200" dirty="0" err="1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</a:t>
            </a:r>
            <a:endParaRPr lang="en-US" sz="1200" dirty="0">
              <a:solidFill>
                <a:srgbClr val="E0E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18688" y="1508760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218688" y="150876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0992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68496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Eclipse IDE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42530" y="1943189"/>
            <a:ext cx="1463326" cy="1009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proyecto Java</a:t>
            </a:r>
          </a:p>
          <a:p>
            <a:pPr marL="0" indent="0">
              <a:buNone/>
            </a:pPr>
            <a:endParaRPr lang="en-US" sz="1200" dirty="0">
              <a:solidFill>
                <a:srgbClr val="E0E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Java</a:t>
            </a:r>
          </a:p>
        </p:txBody>
      </p:sp>
      <p:sp>
        <p:nvSpPr>
          <p:cNvPr id="14" name="Shape 10"/>
          <p:cNvSpPr/>
          <p:nvPr/>
        </p:nvSpPr>
        <p:spPr>
          <a:xfrm>
            <a:off x="6025896" y="1508760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6025896" y="150876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709928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5704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775704" y="2130552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gestor de 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relacional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11480" y="3264408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411480" y="3264408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6"/>
          <p:cNvSpPr/>
          <p:nvPr/>
        </p:nvSpPr>
        <p:spPr>
          <a:xfrm>
            <a:off x="1161288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VSCode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61288" y="3794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Página Web 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JavaScript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/>
                </a:solidFill>
              </a:rPr>
              <a:t>html</a:t>
            </a:r>
          </a:p>
          <a:p>
            <a:pPr marL="171450" indent="-171450">
              <a:buFontTx/>
              <a:buChar char="-"/>
            </a:pPr>
            <a:r>
              <a:rPr lang="en-US" sz="1200" dirty="0" err="1">
                <a:solidFill>
                  <a:schemeClr val="bg1"/>
                </a:solidFill>
              </a:rPr>
              <a:t>css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18688" y="3264408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19"/>
          <p:cNvSpPr/>
          <p:nvPr/>
        </p:nvSpPr>
        <p:spPr>
          <a:xfrm>
            <a:off x="3218688" y="3264408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0"/>
          <p:cNvSpPr/>
          <p:nvPr/>
        </p:nvSpPr>
        <p:spPr>
          <a:xfrm>
            <a:off x="3968496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Canva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968496" y="3886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sprints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25896" y="3264408"/>
            <a:ext cx="2606040" cy="1554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3"/>
          <p:cNvSpPr/>
          <p:nvPr/>
        </p:nvSpPr>
        <p:spPr>
          <a:xfrm>
            <a:off x="6025896" y="3264408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346557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75704" y="3447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775704" y="3886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trabajo en equipo</a:t>
            </a:r>
            <a:endParaRPr lang="en-US" sz="120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1E3ED69E-FAA6-62E1-22E2-8152DF87D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654" y="3337382"/>
            <a:ext cx="1297876" cy="674221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82B4F9C4-9863-D82A-5E67-2743CD089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030" y="3481892"/>
            <a:ext cx="404308" cy="404308"/>
          </a:xfrm>
          <a:prstGeom prst="rect">
            <a:avLst/>
          </a:prstGeom>
        </p:spPr>
      </p:pic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2281" y="2386584"/>
            <a:ext cx="475488" cy="475488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381950E-7E15-F182-C6D4-1B70296140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" y="1707585"/>
            <a:ext cx="494062" cy="49495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934D6FD-0635-6C48-B221-6C9F433EC4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de la base de datos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</a:rPr>
              <a:t>24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19202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60604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PL/pgSQL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19202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5488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19202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90372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029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94360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80944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7200" y="2980944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94360" y="2999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64408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57200" y="3264408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94360" y="3282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94360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31336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57200" y="3831336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94360" y="38496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94360" y="4133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398264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57200" y="4398264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94360" y="44165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681728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457200" y="4681728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94360" y="4700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09160" y="2697480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4709160" y="2697480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846320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2980944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4709160" y="2980944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846320" y="2999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Zona_Entrenos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09160" y="3264408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4709160" y="3264408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846320" y="32826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09160" y="3547872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709160" y="3547872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846320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Vestuario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09160" y="3831336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4709160" y="3831336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4846320" y="38496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Registro_Acceso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09160" y="4114800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4709160" y="4114800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846320" y="4133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Registrar_Entrada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09160" y="4398264"/>
            <a:ext cx="3931920" cy="246888"/>
          </a:xfrm>
          <a:prstGeom prst="rect">
            <a:avLst/>
          </a:prstGeom>
          <a:solidFill>
            <a:srgbClr val="2A2A2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4709160" y="4398264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4846320" y="44165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Registrar_Salida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709160" y="4681728"/>
            <a:ext cx="3931920" cy="246888"/>
          </a:xfrm>
          <a:prstGeom prst="rect">
            <a:avLst/>
          </a:prstGeom>
          <a:solidFill>
            <a:srgbClr val="24242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4709160" y="4681728"/>
            <a:ext cx="45720" cy="2468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846320" y="4700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Mensajes_Contacto</a:t>
            </a:r>
            <a:endParaRPr lang="en-US" sz="1200" dirty="0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AC29C47F-D7CF-B8C3-4FEE-001AC12F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FF2A0-6F3D-D465-ED1F-41B0E56A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77691D-FACF-9668-A8BB-7F19AE615BF1}"/>
              </a:ext>
            </a:extLst>
          </p:cNvPr>
          <p:cNvSpPr/>
          <p:nvPr/>
        </p:nvSpPr>
        <p:spPr>
          <a:xfrm>
            <a:off x="634975" y="2432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9D1574-BA5D-4C56-3772-C56D621F9002}"/>
              </a:ext>
            </a:extLst>
          </p:cNvPr>
          <p:cNvSpPr/>
          <p:nvPr/>
        </p:nvSpPr>
        <p:spPr>
          <a:xfrm>
            <a:off x="1234826" y="576072"/>
            <a:ext cx="66743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</a:t>
            </a:r>
            <a:r>
              <a:rPr lang="en-US" sz="3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Entidad</a:t>
            </a: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Relación</a:t>
            </a:r>
            <a:endParaRPr lang="en-US" sz="3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1E709C-8892-4EDC-C6E4-CE91B5CAF611}"/>
              </a:ext>
            </a:extLst>
          </p:cNvPr>
          <p:cNvSpPr/>
          <p:nvPr/>
        </p:nvSpPr>
        <p:spPr>
          <a:xfrm>
            <a:off x="1309018" y="1371600"/>
            <a:ext cx="64008" cy="368045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F231DD4-8B29-8A66-0EB2-99FC9FE947FB}"/>
              </a:ext>
            </a:extLst>
          </p:cNvPr>
          <p:cNvSpPr/>
          <p:nvPr/>
        </p:nvSpPr>
        <p:spPr>
          <a:xfrm>
            <a:off x="640080" y="22860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37D0003E-46C2-EA75-0787-CCE4D791BCCF}"/>
              </a:ext>
            </a:extLst>
          </p:cNvPr>
          <p:cNvSpPr/>
          <p:nvPr/>
        </p:nvSpPr>
        <p:spPr>
          <a:xfrm>
            <a:off x="7770974" y="1371599"/>
            <a:ext cx="64008" cy="3680459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04830D92-778E-4AF3-8E71-4AAE4F98B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026" y="1371600"/>
            <a:ext cx="6397948" cy="3680459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566AF44-0A6A-94E6-B1A5-103176DF1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1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F9CB1-A788-F3B0-FA1B-7F8C33F1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7F97FC-9478-FDBB-CDC3-BF76E3A2D524}"/>
              </a:ext>
            </a:extLst>
          </p:cNvPr>
          <p:cNvSpPr/>
          <p:nvPr/>
        </p:nvSpPr>
        <p:spPr>
          <a:xfrm>
            <a:off x="683260" y="243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BASE DE DATOS</a:t>
            </a: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80FE06-703E-F60E-5566-9D6CF0C58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E36546C3-75F8-3819-FD49-3EA0023CCE3C}"/>
              </a:ext>
            </a:extLst>
          </p:cNvPr>
          <p:cNvSpPr/>
          <p:nvPr/>
        </p:nvSpPr>
        <p:spPr>
          <a:xfrm>
            <a:off x="220980" y="1285241"/>
            <a:ext cx="2286000" cy="5918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7395C-AE7F-F02A-8820-2D2C8E779874}"/>
              </a:ext>
            </a:extLst>
          </p:cNvPr>
          <p:cNvSpPr txBox="1"/>
          <p:nvPr/>
        </p:nvSpPr>
        <p:spPr>
          <a:xfrm>
            <a:off x="381000" y="673100"/>
            <a:ext cx="205105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3800" b="1">
                <a:solidFill>
                  <a:srgbClr val="FFFFFF"/>
                </a:solidFill>
                <a:latin typeface="Arial Black"/>
              </a:rPr>
              <a:t>Vistas</a:t>
            </a:r>
            <a:endParaRPr lang="en-US" sz="3800" b="0" i="0">
              <a:latin typeface="Arial Black"/>
            </a:endParaRPr>
          </a:p>
          <a:p>
            <a:pPr algn="ctr"/>
            <a:endParaRPr lang="es-ES"/>
          </a:p>
        </p:txBody>
      </p:sp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136F0CA0-CE83-D6A1-21E0-6479F8FC4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88" y="1466889"/>
            <a:ext cx="6219825" cy="2981325"/>
          </a:xfrm>
          <a:prstGeom prst="rect">
            <a:avLst/>
          </a:prstGeom>
        </p:spPr>
      </p:pic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4E7CF33-72C1-4C8D-D476-B07EE3E82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0775" y="2959044"/>
            <a:ext cx="43815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9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C3F89-4A5D-246D-B2C3-8823CD88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C6F261-260F-A4CF-0540-BD7BA2BDD741}"/>
              </a:ext>
            </a:extLst>
          </p:cNvPr>
          <p:cNvSpPr/>
          <p:nvPr/>
        </p:nvSpPr>
        <p:spPr>
          <a:xfrm>
            <a:off x="683260" y="243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BASE DE DATOS</a:t>
            </a: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24FB9C-8F8D-A723-4D52-30C35026D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10E4697C-90D5-422C-2675-2BA3BBC6A037}"/>
              </a:ext>
            </a:extLst>
          </p:cNvPr>
          <p:cNvSpPr/>
          <p:nvPr/>
        </p:nvSpPr>
        <p:spPr>
          <a:xfrm>
            <a:off x="220980" y="1285241"/>
            <a:ext cx="3143250" cy="73121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4428822-70F2-AB1E-3D7D-BE3A14199A87}"/>
              </a:ext>
            </a:extLst>
          </p:cNvPr>
          <p:cNvSpPr txBox="1"/>
          <p:nvPr/>
        </p:nvSpPr>
        <p:spPr>
          <a:xfrm>
            <a:off x="381000" y="673100"/>
            <a:ext cx="298496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3800" b="1" dirty="0" err="1">
                <a:solidFill>
                  <a:srgbClr val="FFFFFF"/>
                </a:solidFill>
                <a:latin typeface="Arial Black"/>
              </a:rPr>
              <a:t>Funciones</a:t>
            </a:r>
            <a:endParaRPr lang="en-US" sz="3800" b="1" i="0" dirty="0" err="1">
              <a:solidFill>
                <a:srgbClr val="FFFFFF"/>
              </a:solidFill>
              <a:latin typeface="Arial Black"/>
            </a:endParaRPr>
          </a:p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D5787BB7-B44F-920F-0F56-8A8AE9267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75" y="1635784"/>
            <a:ext cx="6677025" cy="2971800"/>
          </a:xfrm>
          <a:prstGeom prst="rect">
            <a:avLst/>
          </a:prstGeom>
        </p:spPr>
      </p:pic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45EEF2D-B4BF-EE9A-ECE3-0CA97A8D0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805" y="2569234"/>
            <a:ext cx="52959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3A974-2637-1D62-24F1-650E96EC6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CD4CE5-6B77-5F12-5BF7-03EB99CF7CFE}"/>
              </a:ext>
            </a:extLst>
          </p:cNvPr>
          <p:cNvSpPr/>
          <p:nvPr/>
        </p:nvSpPr>
        <p:spPr>
          <a:xfrm>
            <a:off x="683260" y="243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BASE DE DATOS</a:t>
            </a: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A56A0F-28BB-6831-C23D-6CCBE0287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8528A93B-BADF-4C97-956F-F23E3020E5A7}"/>
              </a:ext>
            </a:extLst>
          </p:cNvPr>
          <p:cNvSpPr/>
          <p:nvPr/>
        </p:nvSpPr>
        <p:spPr>
          <a:xfrm>
            <a:off x="220980" y="1285241"/>
            <a:ext cx="2286000" cy="5918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894577-CC47-B4D8-1CAD-3F6E1A1DBB9C}"/>
              </a:ext>
            </a:extLst>
          </p:cNvPr>
          <p:cNvSpPr txBox="1"/>
          <p:nvPr/>
        </p:nvSpPr>
        <p:spPr>
          <a:xfrm>
            <a:off x="381000" y="673100"/>
            <a:ext cx="212771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3800" b="1">
                <a:solidFill>
                  <a:srgbClr val="FFFFFF"/>
                </a:solidFill>
                <a:latin typeface="Arial Black"/>
              </a:rPr>
              <a:t>Trigger</a:t>
            </a:r>
            <a:endParaRPr lang="en-US" sz="3800" b="0" i="0">
              <a:latin typeface="Arial Black"/>
            </a:endParaRPr>
          </a:p>
          <a:p>
            <a:pPr algn="ctr"/>
            <a:endParaRPr lang="es-ES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64257D71-F792-7102-0BEC-208CBB36A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34" y="1517350"/>
            <a:ext cx="7022981" cy="3327281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4E79DC26-71EB-376B-EC71-7CA9DDAFF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841" y="3497533"/>
            <a:ext cx="3966815" cy="134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21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432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JAVA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Aplicación de escritorio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4114800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Panel Administrador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2276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socios (CRUD completo)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83464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60120" y="2779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personal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33756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60120" y="32826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Actividades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84048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60120" y="37856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434340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60120" y="42885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del gimnasio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1463040"/>
            <a:ext cx="4114800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892040" y="1463040"/>
            <a:ext cx="4114800" cy="64008"/>
          </a:xfrm>
          <a:prstGeom prst="rect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892040" y="1527048"/>
            <a:ext cx="4114800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02920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Panel Usuario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93208" y="233172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394960" y="2276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personalizada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93208" y="283464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394960" y="2779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membresía en tiempo real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93208" y="333756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394960" y="32826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 de membresía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93208" y="384048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394960" y="37856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IMC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93208" y="434340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394960" y="42885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datos en BD</a:t>
            </a:r>
            <a:endParaRPr lang="en-US" sz="13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8F53FC40-63CC-2316-20BD-E175EABAE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4819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0669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Página web del gimnasio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365069"/>
            <a:ext cx="3200400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65069"/>
            <a:ext cx="32004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502229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050869"/>
            <a:ext cx="594360" cy="5943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24021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4230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" y="2919549"/>
            <a:ext cx="594360" cy="5943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992701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01098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CSS3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788229"/>
            <a:ext cx="594360" cy="5943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861381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879669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3931920" y="1365069"/>
            <a:ext cx="4754880" cy="3618411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2"/>
          <p:cNvSpPr/>
          <p:nvPr/>
        </p:nvSpPr>
        <p:spPr>
          <a:xfrm>
            <a:off x="3931920" y="1365070"/>
            <a:ext cx="47548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4069080" y="150223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Secciones de la web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4069080" y="2050870"/>
            <a:ext cx="4480560" cy="621792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4069080" y="2050870"/>
            <a:ext cx="45720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4224528" y="210573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224528" y="238005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 info, servicios y tarifas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069080" y="2800678"/>
            <a:ext cx="4480560" cy="621792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4069080" y="2800678"/>
            <a:ext cx="45720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0"/>
          <p:cNvSpPr/>
          <p:nvPr/>
        </p:nvSpPr>
        <p:spPr>
          <a:xfrm>
            <a:off x="4224528" y="285554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rutinas.html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224528" y="312986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rutinas de entrenamiento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069080" y="3550486"/>
            <a:ext cx="4480560" cy="621792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3"/>
          <p:cNvSpPr/>
          <p:nvPr/>
        </p:nvSpPr>
        <p:spPr>
          <a:xfrm>
            <a:off x="4069080" y="3550486"/>
            <a:ext cx="45720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4"/>
          <p:cNvSpPr/>
          <p:nvPr/>
        </p:nvSpPr>
        <p:spPr>
          <a:xfrm>
            <a:off x="4224528" y="360535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Formulario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224528" y="387967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con BD (Mensajes_Contacto)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069080" y="4300294"/>
            <a:ext cx="4480560" cy="621792"/>
          </a:xfrm>
          <a:prstGeom prst="rect">
            <a:avLst/>
          </a:prstGeom>
          <a:solidFill>
            <a:srgbClr val="2A2A2A"/>
          </a:solidFill>
          <a:ln w="635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27"/>
          <p:cNvSpPr/>
          <p:nvPr/>
        </p:nvSpPr>
        <p:spPr>
          <a:xfrm>
            <a:off x="4069080" y="4300294"/>
            <a:ext cx="45720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8"/>
          <p:cNvSpPr/>
          <p:nvPr/>
        </p:nvSpPr>
        <p:spPr>
          <a:xfrm>
            <a:off x="4224528" y="435515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 modular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4224528" y="462947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separados por secciones en /parts</a:t>
            </a:r>
            <a:endParaRPr lang="en-US" sz="12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A4DD25DF-9313-3865-CD67-BF620CB5A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9D708-C600-6BD6-B996-4FB777F3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5F4BCE-7F28-2A5C-5A69-5A7F9C855610}"/>
              </a:ext>
            </a:extLst>
          </p:cNvPr>
          <p:cNvSpPr/>
          <p:nvPr/>
        </p:nvSpPr>
        <p:spPr>
          <a:xfrm>
            <a:off x="594360" y="2432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SISTEMAS INFORMÁTICOS</a:t>
            </a:r>
            <a:endParaRPr lang="en-US" sz="1100" b="1" kern="0" spc="500" dirty="0">
              <a:solidFill>
                <a:srgbClr val="00D4FF"/>
              </a:solidFill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DFB32D-BDC0-67A2-FD4C-3C840994B1FD}"/>
              </a:ext>
            </a:extLst>
          </p:cNvPr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FFFFFF"/>
                </a:solidFill>
                <a:latin typeface="Arial Black"/>
              </a:rPr>
              <a:t>Entorno Virtual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E0C9EA-3ED3-97A4-06AC-AA4E4698AD22}"/>
              </a:ext>
            </a:extLst>
          </p:cNvPr>
          <p:cNvSpPr/>
          <p:nvPr/>
        </p:nvSpPr>
        <p:spPr>
          <a:xfrm>
            <a:off x="457200" y="1463040"/>
            <a:ext cx="4114800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36FFBA-9F09-1639-822D-60D054A7CBB4}"/>
              </a:ext>
            </a:extLst>
          </p:cNvPr>
          <p:cNvSpPr/>
          <p:nvPr/>
        </p:nvSpPr>
        <p:spPr>
          <a:xfrm>
            <a:off x="457200" y="1463040"/>
            <a:ext cx="41148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C205C4-F352-8BE3-65A8-8304AFB40DB7}"/>
              </a:ext>
            </a:extLst>
          </p:cNvPr>
          <p:cNvSpPr/>
          <p:nvPr/>
        </p:nvSpPr>
        <p:spPr>
          <a:xfrm>
            <a:off x="457200" y="1527048"/>
            <a:ext cx="4114800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s-E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01C406-C1E7-E746-4489-8E10ADED132E}"/>
              </a:ext>
            </a:extLst>
          </p:cNvPr>
          <p:cNvSpPr/>
          <p:nvPr/>
        </p:nvSpPr>
        <p:spPr>
          <a:xfrm>
            <a:off x="59436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Ubuntu Server (Apache)</a:t>
            </a:r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5DBF9F1-F407-763B-81AD-606B8148D0AB}"/>
              </a:ext>
            </a:extLst>
          </p:cNvPr>
          <p:cNvSpPr/>
          <p:nvPr/>
        </p:nvSpPr>
        <p:spPr>
          <a:xfrm>
            <a:off x="658368" y="233172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CFBB588-8433-EBA2-3D95-B8961F87C997}"/>
              </a:ext>
            </a:extLst>
          </p:cNvPr>
          <p:cNvSpPr/>
          <p:nvPr/>
        </p:nvSpPr>
        <p:spPr>
          <a:xfrm>
            <a:off x="960120" y="2276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Servidor</a:t>
            </a:r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 Web</a:t>
            </a:r>
            <a:endParaRPr lang="en-US" sz="1300" dirty="0">
              <a:solidFill>
                <a:srgbClr val="E0E0E0"/>
              </a:solidFill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13557A3-81D2-A2FC-0C33-FCCB1CD40077}"/>
              </a:ext>
            </a:extLst>
          </p:cNvPr>
          <p:cNvSpPr/>
          <p:nvPr/>
        </p:nvSpPr>
        <p:spPr>
          <a:xfrm>
            <a:off x="658368" y="283464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73EF63-06B6-89A8-6A37-47A48E62465D}"/>
              </a:ext>
            </a:extLst>
          </p:cNvPr>
          <p:cNvSpPr/>
          <p:nvPr/>
        </p:nvSpPr>
        <p:spPr>
          <a:xfrm>
            <a:off x="960120" y="2779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IP </a:t>
            </a:r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Estática</a:t>
            </a:r>
            <a:endParaRPr lang="en-US" sz="1300" dirty="0" err="1">
              <a:solidFill>
                <a:srgbClr val="E0E0E0"/>
              </a:solidFill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585F4D5-B090-5988-57FD-CBDF09167F03}"/>
              </a:ext>
            </a:extLst>
          </p:cNvPr>
          <p:cNvSpPr/>
          <p:nvPr/>
        </p:nvSpPr>
        <p:spPr>
          <a:xfrm>
            <a:off x="658368" y="333756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E03DCC9-4CFD-8A5C-4B88-9E60EC177AC7}"/>
              </a:ext>
            </a:extLst>
          </p:cNvPr>
          <p:cNvSpPr/>
          <p:nvPr/>
        </p:nvSpPr>
        <p:spPr>
          <a:xfrm>
            <a:off x="960120" y="32826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ea typeface="Calibri"/>
                <a:cs typeface="Calibri"/>
              </a:rPr>
              <a:t>Certificado</a:t>
            </a:r>
            <a:r>
              <a:rPr lang="en-US" sz="1300" dirty="0">
                <a:solidFill>
                  <a:srgbClr val="E0E0E0"/>
                </a:solidFill>
                <a:ea typeface="Calibri"/>
                <a:cs typeface="Calibri"/>
              </a:rPr>
              <a:t> SSL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BBD74AD-89EF-CE89-BF3C-37264EFE6DF9}"/>
              </a:ext>
            </a:extLst>
          </p:cNvPr>
          <p:cNvSpPr/>
          <p:nvPr/>
        </p:nvSpPr>
        <p:spPr>
          <a:xfrm>
            <a:off x="4892040" y="1463040"/>
            <a:ext cx="4114800" cy="338328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819AD02-AE74-007E-B569-CBC713077AC0}"/>
              </a:ext>
            </a:extLst>
          </p:cNvPr>
          <p:cNvSpPr/>
          <p:nvPr/>
        </p:nvSpPr>
        <p:spPr>
          <a:xfrm>
            <a:off x="4892040" y="1463040"/>
            <a:ext cx="4114800" cy="64008"/>
          </a:xfrm>
          <a:prstGeom prst="rect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961BC6C-25D2-AA2F-3215-CC026D62AA65}"/>
              </a:ext>
            </a:extLst>
          </p:cNvPr>
          <p:cNvSpPr/>
          <p:nvPr/>
        </p:nvSpPr>
        <p:spPr>
          <a:xfrm>
            <a:off x="4892040" y="1527048"/>
            <a:ext cx="4114800" cy="5303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769D5F3-68C2-B4DC-56D2-CA39757C4C71}"/>
              </a:ext>
            </a:extLst>
          </p:cNvPr>
          <p:cNvSpPr/>
          <p:nvPr/>
        </p:nvSpPr>
        <p:spPr>
          <a:xfrm>
            <a:off x="502920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 Black"/>
              </a:rPr>
              <a:t>Ubuntu Server (</a:t>
            </a:r>
            <a:r>
              <a:rPr lang="en-US" sz="1600" b="1">
                <a:solidFill>
                  <a:srgbClr val="FFFFFF"/>
                </a:solidFill>
                <a:latin typeface="Arial Black"/>
              </a:rPr>
              <a:t>PostgreSQL)</a:t>
            </a:r>
            <a:endParaRPr lang="en-US" sz="16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0AC45C5-9612-CCBD-E923-00005537E4FD}"/>
              </a:ext>
            </a:extLst>
          </p:cNvPr>
          <p:cNvSpPr/>
          <p:nvPr/>
        </p:nvSpPr>
        <p:spPr>
          <a:xfrm>
            <a:off x="5093208" y="233172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AE01CF0-4501-7743-EB19-3BCA433EBA84}"/>
              </a:ext>
            </a:extLst>
          </p:cNvPr>
          <p:cNvSpPr/>
          <p:nvPr/>
        </p:nvSpPr>
        <p:spPr>
          <a:xfrm>
            <a:off x="5394960" y="2276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ea typeface="Calibri"/>
                <a:cs typeface="Calibri"/>
              </a:rPr>
              <a:t>Servidor</a:t>
            </a:r>
            <a:r>
              <a:rPr lang="en-US" sz="1300" dirty="0">
                <a:solidFill>
                  <a:srgbClr val="E0E0E0"/>
                </a:solidFill>
                <a:ea typeface="Calibri"/>
                <a:cs typeface="Calibri"/>
              </a:rPr>
              <a:t> Base de Datos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9E7A510-55A8-CD77-F1E6-B5E05766A1C2}"/>
              </a:ext>
            </a:extLst>
          </p:cNvPr>
          <p:cNvSpPr/>
          <p:nvPr/>
        </p:nvSpPr>
        <p:spPr>
          <a:xfrm>
            <a:off x="5093208" y="283464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03A6E5-1FCD-B31E-BB0F-EF882A901FEB}"/>
              </a:ext>
            </a:extLst>
          </p:cNvPr>
          <p:cNvSpPr/>
          <p:nvPr/>
        </p:nvSpPr>
        <p:spPr>
          <a:xfrm>
            <a:off x="5394960" y="27797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IP </a:t>
            </a:r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Estática</a:t>
            </a:r>
            <a:endParaRPr lang="en-US" sz="1300" dirty="0" err="1">
              <a:solidFill>
                <a:srgbClr val="E0E0E0"/>
              </a:solidFill>
              <a:ea typeface="Calibri"/>
              <a:cs typeface="Calibri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F05F37A-BC38-73A8-0D9D-CB60C1450BFA}"/>
              </a:ext>
            </a:extLst>
          </p:cNvPr>
          <p:cNvSpPr/>
          <p:nvPr/>
        </p:nvSpPr>
        <p:spPr>
          <a:xfrm>
            <a:off x="5093208" y="3337560"/>
            <a:ext cx="182880" cy="182880"/>
          </a:xfrm>
          <a:prstGeom prst="ellipse">
            <a:avLst/>
          </a:prstGeom>
          <a:solidFill>
            <a:srgbClr val="00BBAA"/>
          </a:solidFill>
          <a:ln w="12700">
            <a:solidFill>
              <a:srgbClr val="00BB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798B70E-B9B4-7C77-D39A-FA8B89457E68}"/>
              </a:ext>
            </a:extLst>
          </p:cNvPr>
          <p:cNvSpPr/>
          <p:nvPr/>
        </p:nvSpPr>
        <p:spPr>
          <a:xfrm>
            <a:off x="5394960" y="328269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Grupos</a:t>
            </a:r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Permisos</a:t>
            </a:r>
            <a:r>
              <a:rPr lang="en-US" sz="13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3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Usuarios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B478AC6D-0A91-8754-D5A7-D04B9837E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66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EB5CE-AA33-A26C-0603-4985606F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FE1C6F-311E-BACA-2905-F0185F6F9287}"/>
              </a:ext>
            </a:extLst>
          </p:cNvPr>
          <p:cNvSpPr/>
          <p:nvPr/>
        </p:nvSpPr>
        <p:spPr>
          <a:xfrm>
            <a:off x="683260" y="243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>
                <a:solidFill>
                  <a:srgbClr val="00D4FF"/>
                </a:solidFill>
                <a:ea typeface="Calibri"/>
                <a:cs typeface="Calibri"/>
              </a:rPr>
              <a:t>DEMOSTRACIÓN</a:t>
            </a:r>
            <a:endParaRPr lang="en-US" sz="1100" b="1" kern="0" spc="500" dirty="0">
              <a:solidFill>
                <a:srgbClr val="00D4FF"/>
              </a:solidFill>
              <a:ea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603DF5-D7B0-A033-7BA0-F8817967E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03" y="243296"/>
            <a:ext cx="323305" cy="32330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28F5C259-462F-D888-92F8-E7C38D7009F7}"/>
              </a:ext>
            </a:extLst>
          </p:cNvPr>
          <p:cNvSpPr/>
          <p:nvPr/>
        </p:nvSpPr>
        <p:spPr>
          <a:xfrm>
            <a:off x="2622550" y="1183640"/>
            <a:ext cx="3600450" cy="305943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AA65E138-E404-F49F-383F-87AB80A50EF1}"/>
              </a:ext>
            </a:extLst>
          </p:cNvPr>
          <p:cNvSpPr/>
          <p:nvPr/>
        </p:nvSpPr>
        <p:spPr>
          <a:xfrm>
            <a:off x="2622550" y="1183640"/>
            <a:ext cx="3600450" cy="3225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8B46D7C-5C79-5B40-84F9-FD61B8AA32FF}"/>
              </a:ext>
            </a:extLst>
          </p:cNvPr>
          <p:cNvSpPr/>
          <p:nvPr/>
        </p:nvSpPr>
        <p:spPr>
          <a:xfrm>
            <a:off x="2622550" y="1215898"/>
            <a:ext cx="3600450" cy="454152"/>
          </a:xfrm>
          <a:prstGeom prst="rect">
            <a:avLst/>
          </a:prstGeom>
          <a:solidFill>
            <a:srgbClr val="2E2E2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AE01B88-63E7-29A6-E66E-097E2ECE64E7}"/>
              </a:ext>
            </a:extLst>
          </p:cNvPr>
          <p:cNvSpPr/>
          <p:nvPr/>
        </p:nvSpPr>
        <p:spPr>
          <a:xfrm>
            <a:off x="2759710" y="1267968"/>
            <a:ext cx="384048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 Black"/>
              </a:rPr>
              <a:t>DEMO</a:t>
            </a:r>
            <a:endParaRPr lang="en-US" sz="16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E6C58E00-2668-9B49-8068-B5C6519FC6E7}"/>
              </a:ext>
            </a:extLst>
          </p:cNvPr>
          <p:cNvSpPr/>
          <p:nvPr/>
        </p:nvSpPr>
        <p:spPr>
          <a:xfrm>
            <a:off x="2823718" y="2026920"/>
            <a:ext cx="182880" cy="16383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4FD9E869-E45F-78C3-FBF2-E01198474518}"/>
              </a:ext>
            </a:extLst>
          </p:cNvPr>
          <p:cNvSpPr/>
          <p:nvPr/>
        </p:nvSpPr>
        <p:spPr>
          <a:xfrm>
            <a:off x="3125470" y="1972056"/>
            <a:ext cx="3429000" cy="3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0E0E0"/>
                </a:solidFill>
                <a:ea typeface="Calibri"/>
                <a:cs typeface="Calibri"/>
              </a:rPr>
              <a:t>WEB</a:t>
            </a:r>
            <a:endParaRPr lang="en-US" sz="1300" dirty="0">
              <a:solidFill>
                <a:srgbClr val="E0E0E0"/>
              </a:solidFill>
              <a:ea typeface="Calibri"/>
              <a:cs typeface="Calibri"/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15B04327-625B-FDE5-3260-F8F585F24592}"/>
              </a:ext>
            </a:extLst>
          </p:cNvPr>
          <p:cNvSpPr/>
          <p:nvPr/>
        </p:nvSpPr>
        <p:spPr>
          <a:xfrm>
            <a:off x="2823718" y="2821940"/>
            <a:ext cx="182880" cy="16383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72738ED4-366E-6791-7596-7DEA4877A9CA}"/>
              </a:ext>
            </a:extLst>
          </p:cNvPr>
          <p:cNvSpPr/>
          <p:nvPr/>
        </p:nvSpPr>
        <p:spPr>
          <a:xfrm>
            <a:off x="3125470" y="2748026"/>
            <a:ext cx="3429000" cy="3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0E0E0"/>
                </a:solidFill>
                <a:ea typeface="Calibri"/>
                <a:cs typeface="Calibri"/>
              </a:rPr>
              <a:t>APP</a:t>
            </a: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56E2F6DC-1D5C-5686-B7D5-6CD394730284}"/>
              </a:ext>
            </a:extLst>
          </p:cNvPr>
          <p:cNvSpPr/>
          <p:nvPr/>
        </p:nvSpPr>
        <p:spPr>
          <a:xfrm>
            <a:off x="2823718" y="3604260"/>
            <a:ext cx="182880" cy="1701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49D50B9A-F954-1D84-4D6A-7EC0299AE806}"/>
              </a:ext>
            </a:extLst>
          </p:cNvPr>
          <p:cNvSpPr/>
          <p:nvPr/>
        </p:nvSpPr>
        <p:spPr>
          <a:xfrm>
            <a:off x="3125470" y="3530346"/>
            <a:ext cx="3429000" cy="3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0E0E0"/>
                </a:solidFill>
                <a:ea typeface="Calibri"/>
                <a:cs typeface="Calibri"/>
              </a:rPr>
              <a:t>GITKRAKEN</a:t>
            </a:r>
          </a:p>
        </p:txBody>
      </p:sp>
    </p:spTree>
    <p:extLst>
      <p:ext uri="{BB962C8B-B14F-4D97-AF65-F5344CB8AC3E}">
        <p14:creationId xmlns:p14="http://schemas.microsoft.com/office/powerpoint/2010/main" val="631147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"/>
            <a:ext cx="5029200" cy="50292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GymStats · Proyecto Intermodular · 1º DAM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154680"/>
            <a:ext cx="2743200" cy="2743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 ·  Carlos  ·  Yon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2976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4325112"/>
            <a:ext cx="26757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github.com/ProyectoItermodular-ICY</a:t>
            </a:r>
            <a:endParaRPr lang="en-US" sz="13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744B52-CD6D-AED0-F2F7-9200F2DF9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974" y="295548"/>
            <a:ext cx="1076052" cy="1076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2BB155EED468449A34C29F6989E67B" ma:contentTypeVersion="14" ma:contentTypeDescription="Crear nuevo documento." ma:contentTypeScope="" ma:versionID="2862b8e09245c81fb1e1882df0eb6f26">
  <xsd:schema xmlns:xsd="http://www.w3.org/2001/XMLSchema" xmlns:xs="http://www.w3.org/2001/XMLSchema" xmlns:p="http://schemas.microsoft.com/office/2006/metadata/properties" xmlns:ns3="0c0dfe92-8f28-4366-a821-4bc596a8286f" xmlns:ns4="fc4365fe-9d9a-4ded-b1a2-8a29a347a9bb" targetNamespace="http://schemas.microsoft.com/office/2006/metadata/properties" ma:root="true" ma:fieldsID="8dbe3c436cbb9edf5602dc3ae6d3d4b2" ns3:_="" ns4:_="">
    <xsd:import namespace="0c0dfe92-8f28-4366-a821-4bc596a8286f"/>
    <xsd:import namespace="fc4365fe-9d9a-4ded-b1a2-8a29a347a9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dfe92-8f28-4366-a821-4bc596a82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4365fe-9d9a-4ded-b1a2-8a29a347a9b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c0dfe92-8f28-4366-a821-4bc596a8286f" xsi:nil="true"/>
  </documentManagement>
</p:properties>
</file>

<file path=customXml/itemProps1.xml><?xml version="1.0" encoding="utf-8"?>
<ds:datastoreItem xmlns:ds="http://schemas.openxmlformats.org/officeDocument/2006/customXml" ds:itemID="{4A5A7345-CF07-4773-A165-CC570C7006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dfe92-8f28-4366-a821-4bc596a8286f"/>
    <ds:schemaRef ds:uri="fc4365fe-9d9a-4ded-b1a2-8a29a347a9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6747A-12D4-4414-904D-5C999149AA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6DA69B-9CD7-4234-9DF9-A7385BB5A58A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0c0dfe92-8f28-4366-a821-4bc596a8286f"/>
    <ds:schemaRef ds:uri="http://schemas.microsoft.com/office/2006/metadata/properties"/>
    <ds:schemaRef ds:uri="http://schemas.microsoft.com/office/infopath/2007/PartnerControls"/>
    <ds:schemaRef ds:uri="fc4365fe-9d9a-4ded-b1a2-8a29a347a9bb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408</Words>
  <Application>Microsoft Office PowerPoint</Application>
  <PresentationFormat>Presentación en pantalla (16:9)</PresentationFormat>
  <Paragraphs>145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ALONSO ALONSO, IAN</cp:lastModifiedBy>
  <cp:revision>222</cp:revision>
  <dcterms:created xsi:type="dcterms:W3CDTF">2026-05-22T09:16:32Z</dcterms:created>
  <dcterms:modified xsi:type="dcterms:W3CDTF">2026-05-28T22:12:43Z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0x010100922BB155EED468449A34C29F6989E67B</vt:lpwstr>
  </property>
</Properties>
</file>